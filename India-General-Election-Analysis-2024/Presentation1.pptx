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5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4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7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26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382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11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34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6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64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2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30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42E90-4818-438A-A4D2-ABEE8CAD247F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88A2D-75BB-47CC-B693-08BF7F59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07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37121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213789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59571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=""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36924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=""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=""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68361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=""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=""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54816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=""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=""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35189"/>
              </p:ext>
            </p:extLst>
          </p:nvPr>
        </p:nvGraphicFramePr>
        <p:xfrm>
          <a:off x="7674512" y="4075199"/>
          <a:ext cx="2183591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83591">
                  <a:extLst>
                    <a:ext uri="{9D8B030D-6E8A-4147-A177-3AD203B41FA5}">
                      <a16:colId xmlns=""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93719627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=""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55189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=""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89302202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 flipH="1">
            <a:off x="10437961" y="3806679"/>
            <a:ext cx="1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9858103" y="5198135"/>
            <a:ext cx="57985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</p:spTree>
    <p:extLst>
      <p:ext uri="{BB962C8B-B14F-4D97-AF65-F5344CB8AC3E}">
        <p14:creationId xmlns:p14="http://schemas.microsoft.com/office/powerpoint/2010/main" val="29473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 Rounded MT 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2026-09-28T13:20:16Z</dcterms:created>
  <dcterms:modified xsi:type="dcterms:W3CDTF">2026-09-28T13:26:24Z</dcterms:modified>
</cp:coreProperties>
</file>